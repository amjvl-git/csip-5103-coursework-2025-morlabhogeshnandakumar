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39978-5FDD-4348-94CB-01481D4F368D}" v="1" dt="2025-11-05T11:36:23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3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3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9448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4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2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1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5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" y="5105400"/>
            <a:ext cx="8417859" cy="175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8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7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7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2397203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accent1"/>
                </a:solidFill>
              </a:rPr>
              <a:t>Nerual</a:t>
            </a:r>
            <a:r>
              <a:rPr lang="en-US" sz="3600" dirty="0">
                <a:solidFill>
                  <a:schemeClr val="accent1"/>
                </a:solidFill>
              </a:rPr>
              <a:t> Systems for Fashion-MNIST Classification </a:t>
            </a: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6507" y="3778045"/>
            <a:ext cx="7063740" cy="1691640"/>
          </a:xfrm>
        </p:spPr>
        <p:txBody>
          <a:bodyPr/>
          <a:lstStyle/>
          <a:p>
            <a:pPr algn="ctr"/>
            <a:r>
              <a:rPr lang="en-US" dirty="0">
                <a:latin typeface="+mj-lt"/>
              </a:rPr>
              <a:t>Morla </a:t>
            </a:r>
            <a:r>
              <a:rPr lang="en-US" dirty="0" err="1">
                <a:latin typeface="+mj-lt"/>
              </a:rPr>
              <a:t>Bhogesh</a:t>
            </a:r>
            <a:r>
              <a:rPr lang="en-US" dirty="0">
                <a:latin typeface="+mj-lt"/>
              </a:rPr>
              <a:t> Nanda Kumar</a:t>
            </a:r>
          </a:p>
          <a:p>
            <a:pPr algn="ctr"/>
            <a:r>
              <a:rPr lang="en-US" dirty="0">
                <a:latin typeface="+mj-lt"/>
              </a:rPr>
              <a:t>P2953192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</a:t>
            </a:r>
            <a:r>
              <a:rPr dirty="0">
                <a:latin typeface="+mj-lt"/>
              </a:rPr>
              <a:t>Dataset: Fashion-MNIST (70,000 grayscale 28×28 images)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>
                <a:latin typeface="+mj-lt"/>
              </a:rPr>
              <a:t>• Goal: Compare ANN (MLP) and CNN performance on image classification</a:t>
            </a:r>
            <a:endParaRPr lang="en-US" dirty="0">
              <a:latin typeface="+mj-lt"/>
            </a:endParaRPr>
          </a:p>
          <a:p>
            <a:pPr>
              <a:spcAft>
                <a:spcPts val="600"/>
              </a:spcAft>
            </a:pPr>
            <a:r>
              <a:rPr lang="en-IN" dirty="0" err="1">
                <a:latin typeface="+mj-lt"/>
              </a:rPr>
              <a:t>PyTorch</a:t>
            </a:r>
            <a:r>
              <a:rPr lang="en-IN" dirty="0">
                <a:latin typeface="+mj-lt"/>
              </a:rPr>
              <a:t> was used to create two fundamental architectures: the Convolutional Neural Network (CNN) and the Artificial Neural Network (ANN/MLP) in order to evaluate performance and examine enhancements with improved versions.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Data split: 80% train / 10% validation / 10% test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Data Augmentation: Random rotation, horizontal flip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• ANN: 2 hidden layers (256→128→10)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CNN: 2 conv blocks (16→32 filters), pooling, dense layers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Training: Adam optimizer (</a:t>
            </a:r>
            <a:r>
              <a:rPr dirty="0" err="1"/>
              <a:t>lr</a:t>
            </a:r>
            <a:r>
              <a:rPr dirty="0"/>
              <a:t>=0.001), </a:t>
            </a:r>
            <a:r>
              <a:rPr dirty="0" err="1"/>
              <a:t>CrossEntropy</a:t>
            </a:r>
            <a:r>
              <a:rPr dirty="0"/>
              <a:t> loss, 5 epochs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Results and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pPr>
              <a:defRPr sz="1800"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ANN (MLP) - Test Accuracy: 8</a:t>
            </a:r>
            <a:r>
              <a:rPr lang="en-US" dirty="0"/>
              <a:t>4</a:t>
            </a:r>
            <a:r>
              <a:rPr dirty="0"/>
              <a:t>.</a:t>
            </a:r>
            <a:r>
              <a:rPr lang="en-US" dirty="0"/>
              <a:t>49</a:t>
            </a:r>
            <a:r>
              <a:rPr dirty="0"/>
              <a:t>%</a:t>
            </a:r>
            <a:r>
              <a:rPr lang="en-US" dirty="0"/>
              <a:t> , improvement:0</a:t>
            </a: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CNN (with Padding) -  Test Accuracy: 8</a:t>
            </a:r>
            <a:r>
              <a:rPr lang="en-US" dirty="0"/>
              <a:t>9</a:t>
            </a:r>
            <a:r>
              <a:rPr dirty="0"/>
              <a:t>.</a:t>
            </a:r>
            <a:r>
              <a:rPr lang="en-US" dirty="0"/>
              <a:t>01</a:t>
            </a:r>
            <a:r>
              <a:rPr dirty="0"/>
              <a:t>%</a:t>
            </a:r>
            <a:r>
              <a:rPr lang="en-US" dirty="0"/>
              <a:t>, improvement:0</a:t>
            </a: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Enhanced ANN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Test Accuracy:85.66%,improvement:1.17%</a:t>
            </a: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Enhanced CNN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Test Accuracy:89.83%,improvement:0.82%</a:t>
            </a: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/>
              <a:t>• CNN outperforms ANN in accuracy and stability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Misclassifications: Shirt, Coat, Pullover (similar visuals)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Used data augmentation for better generalization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Planned </a:t>
            </a:r>
            <a:r>
              <a:rPr dirty="0" err="1"/>
              <a:t>BatchNorm</a:t>
            </a:r>
            <a:r>
              <a:rPr dirty="0"/>
              <a:t> and Dropout for enhanced stability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Automated confusion matrix and performance plots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Demonstrated full deep learning workflow in </a:t>
            </a:r>
            <a:r>
              <a:rPr dirty="0" err="1"/>
              <a:t>PyTorch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CNNs outperform MLPs on image data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Adam optimizer ensures smooth convergence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Future Work: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   - Implement enhanced versions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   - Add learning rate scheduling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   - Explore </a:t>
            </a:r>
            <a:r>
              <a:rPr dirty="0" err="1"/>
              <a:t>ResNet</a:t>
            </a:r>
            <a:r>
              <a:rPr dirty="0"/>
              <a:t> / Transfer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926E-7C08-1105-5531-8D26D0C1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107" y="2300749"/>
            <a:ext cx="7269480" cy="944070"/>
          </a:xfrm>
        </p:spPr>
        <p:txBody>
          <a:bodyPr/>
          <a:lstStyle/>
          <a:p>
            <a:pPr algn="ctr"/>
            <a:r>
              <a:rPr lang="en-US" dirty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13197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68</TotalTime>
  <Words>300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 2</vt:lpstr>
      <vt:lpstr>View</vt:lpstr>
      <vt:lpstr>Nerual Systems for Fashion-MNIST Classification </vt:lpstr>
      <vt:lpstr>Overview</vt:lpstr>
      <vt:lpstr>Methodology</vt:lpstr>
      <vt:lpstr>Results and Findings</vt:lpstr>
      <vt:lpstr>Innovations</vt:lpstr>
      <vt:lpstr>Conclusions and Future Work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Srikar Reddy</dc:creator>
  <cp:keywords/>
  <dc:description>generated using python-pptx</dc:description>
  <cp:lastModifiedBy>Srikar Reddy</cp:lastModifiedBy>
  <cp:revision>3</cp:revision>
  <dcterms:created xsi:type="dcterms:W3CDTF">2013-01-27T09:14:16Z</dcterms:created>
  <dcterms:modified xsi:type="dcterms:W3CDTF">2025-11-05T11:38:41Z</dcterms:modified>
  <cp:category/>
</cp:coreProperties>
</file>